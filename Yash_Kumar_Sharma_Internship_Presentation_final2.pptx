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02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ha022006/2025-29_neha_1045_3rdsem_CSE2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6160" y="52578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35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UP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188720" y="-1188720"/>
            <a:ext cx="3657600" cy="3657600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2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63440" y="822960"/>
            <a:ext cx="6885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CYBERSECURITY TOOLS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SECURE APPLICATIONS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663440" y="243230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956048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56048" y="257860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Yash Kumar Sharma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330098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56048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6048" y="344728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25scs1003001109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416966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956048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431596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with Cyber Security – 2025 - 2029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503834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56048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518464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828800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10177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Thiranex Cybersecurity Internship provided practical exposure to the field of cybersecurity and helped bridge the gap between theoretical knowledge and real-world applications.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I worked on cybersecurity-related tasks and projects that helped me understand how security concepts are applied while developing and analyzing applications.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PROFILE: THIRANEX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provides practical and industry-oriented internship opportunities for students.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23744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focuses on project-based learning and technical skill development.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374136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exposure to different technology domains.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42816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24528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activities help connect academic knowledge with practical applications.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93208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7492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internship domain was Cybersecurity.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fundamental cybersecurity concepts.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41948" y="1856232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41948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71716" y="1783080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basic cybersecurity tools.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" y="3026664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953512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applications with security considerations.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2862072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1948" y="3026664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41948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71716" y="2953512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common threats such as phishing and weak passwords.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32504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04672" y="4197096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04672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123944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Python programming and debugging skills.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7356" y="4032504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41948" y="4197096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41948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1716" y="4123944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in testing and problem-solving.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202936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04672" y="5367528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04672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5294376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professional project documentation using GitHub.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CYBERSECURITY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the practice of protecting computers, networks, applications, and data from unauthorized access, attacks, damage, or theft.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SECURITY GOALS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46304" cy="14630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information from unauthorized access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913632"/>
            <a:ext cx="146304" cy="14630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37764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modification of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535424"/>
            <a:ext cx="146304" cy="14630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43982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systems and data remain accessible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010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0" cy="22860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406640" y="2560320"/>
            <a:ext cx="3291840" cy="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06640" y="2560320"/>
            <a:ext cx="0" cy="32004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720840" y="28803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EF3F7"/>
          </a:solidFill>
          <a:ln w="1270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2084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560320"/>
            <a:ext cx="0" cy="32004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366760" y="28803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EF3F7"/>
          </a:solidFill>
          <a:ln w="1270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36676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98480" y="2560320"/>
            <a:ext cx="0" cy="32004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012680" y="28803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EF3F7"/>
          </a:solidFill>
          <a:ln w="1270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01268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3474720"/>
            <a:ext cx="0" cy="27432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001000" y="374904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01000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TOOLS &amp; SECURE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931920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help identify, analyze, test, and protect systems. Examples include network analysis, vulnerability assessment, and security monitoring tools.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422392" cy="3931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APPLICATION SHOULD: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25603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7208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user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0632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2084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information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356616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72084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authentication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40690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72084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safely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45720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20840" y="4453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tested for security weaknesses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EMAIL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whether an email is Phishing or Safe based on its content and characteristics.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715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 indicators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721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machine-learning workflow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224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result analysis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503920" y="14173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03920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INPUT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20656" y="194767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503920" y="217627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0392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20656" y="270662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503920" y="293522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03920" y="2935224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20656" y="3465576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503920" y="3694176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503920" y="3694176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03920" y="4471416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B33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03920" y="4471416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012680" y="4471416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012680" y="4471416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STRENGTH ANALYZER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strength of a password using common security criteria.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PERFORMED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length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931920" y="27432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206240" y="2624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letters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letters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0624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3630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03920" y="14173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3920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PASSWORD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20656" y="194767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503920" y="217627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0392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20656" y="270662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503920" y="293522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03920" y="2935224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EVALUATION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20656" y="3465576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503920" y="3694176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B33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03920" y="3694176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86900" y="3694176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86900" y="3694176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69880" y="3694176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469880" y="3694176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secure login system that allows authorized users to access an application while protecting their login credentials.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login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721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validation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178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handling of user credentials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for authorized users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5093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error handling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141732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0392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&amp; Password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820656" y="190195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503920" y="2130552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503920" y="2130552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Credentials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20656" y="261518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284378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DCE6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503920" y="2843784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Correct?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03920" y="3621024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503920" y="3621024"/>
            <a:ext cx="1325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Successful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012680" y="3621024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B33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012680" y="3621024"/>
            <a:ext cx="1325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SCANNER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basic vulnerability scanner that helps identify potential security weaknesses in a target system or application.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target for scanning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basic security checks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potential vulnerabilities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3616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scan results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864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common security weaknesses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03920" y="1325880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3920" y="1325880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38944" y="1773936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503920" y="1975104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03920" y="1975104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Target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38944" y="2423160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503920" y="2624328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03920" y="2624328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38944" y="307238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503920" y="3273552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03920" y="3273552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Results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38944" y="3721608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03920" y="3922776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503920" y="3922776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Vulnerabilities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838944" y="437083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03920" y="4572000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503920" y="4572000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Thiranex internship provided practical exposure to cybersecurity, security-tool development, and secure application concepts. The projects helped improve my programming, analytical, debugging, and problem-solving skills.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645920"/>
            <a:ext cx="4507992" cy="3383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6092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6092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0920" y="2679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yash25scs1003001109-max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609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0920" y="34564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2025-2029_yash_1109_3rdSem_CSE20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7360920" y="4416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u="sng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https://github.com/yash25scs1003001109-max/2025-2029_yash_1109_3rdSem_CSE20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4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103120" y="4572000"/>
            <a:ext cx="4114800" cy="4114800"/>
          </a:xfrm>
          <a:prstGeom prst="ellipse">
            <a:avLst/>
          </a:prstGeom>
          <a:solidFill>
            <a:srgbClr val="24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914400" y="3794760"/>
            <a:ext cx="822960" cy="54864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Yash Kumar Sharma  |  25scs1003001109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625</Words>
  <Application>Microsoft Office PowerPoint</Application>
  <PresentationFormat>Widescreen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Kumar</cp:lastModifiedBy>
  <cp:revision>2</cp:revision>
  <dcterms:created xsi:type="dcterms:W3CDTF">2026-08-29T09:17:50Z</dcterms:created>
  <dcterms:modified xsi:type="dcterms:W3CDTF">2026-08-29T13:07:28Z</dcterms:modified>
</cp:coreProperties>
</file>
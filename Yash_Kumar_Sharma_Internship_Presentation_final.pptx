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1" d="100"/>
          <a:sy n="61" d="100"/>
        </p:scale>
        <p:origin x="86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40249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eha022006/2025-29_neha_1045_3rdsem_CSE20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566160" y="5257800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35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NOIDA, UP</a:t>
            </a:r>
            <a:endParaRPr lang="en-US" sz="3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EEF3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-1188720" y="-1188720"/>
            <a:ext cx="3657600" cy="3657600"/>
          </a:xfrm>
          <a:prstGeom prst="ellipse">
            <a:avLst/>
          </a:prstGeom>
          <a:solidFill>
            <a:srgbClr val="2E9C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48640" y="2468880"/>
            <a:ext cx="3383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CYBERSECURITY</a:t>
            </a:r>
            <a:endParaRPr lang="en-US" sz="2600" dirty="0"/>
          </a:p>
          <a:p>
            <a:pPr marL="0" indent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663440" y="822960"/>
            <a:ext cx="68854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DEVELOPMENT OF CYBERSECURITY TOOLS</a:t>
            </a:r>
            <a:endParaRPr lang="en-US" sz="17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SECURE APPLICATIONS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663440" y="2432304"/>
            <a:ext cx="128016" cy="128016"/>
          </a:xfrm>
          <a:prstGeom prst="rect">
            <a:avLst/>
          </a:prstGeom>
          <a:solidFill>
            <a:srgbClr val="2E9C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4956048" y="23042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956048" y="2578608"/>
            <a:ext cx="6592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Yash Kumar Sharma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663440" y="3300984"/>
            <a:ext cx="128016" cy="128016"/>
          </a:xfrm>
          <a:prstGeom prst="rect">
            <a:avLst/>
          </a:prstGeom>
          <a:solidFill>
            <a:srgbClr val="2E9C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956048" y="31729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NUMBER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56048" y="3447288"/>
            <a:ext cx="6592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25scs1003001109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663440" y="4169664"/>
            <a:ext cx="128016" cy="128016"/>
          </a:xfrm>
          <a:prstGeom prst="rect">
            <a:avLst/>
          </a:prstGeom>
          <a:solidFill>
            <a:srgbClr val="2E9C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4956048" y="40416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56048" y="4315968"/>
            <a:ext cx="6592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with Cyber Security – 2025 - 2029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663440" y="5038344"/>
            <a:ext cx="128016" cy="128016"/>
          </a:xfrm>
          <a:prstGeom prst="rect">
            <a:avLst/>
          </a:prstGeom>
          <a:solidFill>
            <a:srgbClr val="2E9C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4956048" y="49103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56048" y="5184648"/>
            <a:ext cx="6592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THIRANEX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OVERVIEW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640080" cy="45720"/>
          </a:xfrm>
          <a:prstGeom prst="rect">
            <a:avLst/>
          </a:prstGeom>
          <a:solidFill>
            <a:srgbClr val="2E9C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908792" cy="1828800"/>
          </a:xfrm>
          <a:prstGeom prst="rect">
            <a:avLst/>
          </a:prstGeom>
          <a:solidFill>
            <a:srgbClr val="EEF3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005840" y="1965960"/>
            <a:ext cx="101772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Thiranex Cybersecurity Internship provided practical exposure to the field of cybersecurity and helped bridge the gap between theoretical knowledge and real-world applications.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3931920"/>
            <a:ext cx="10908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the internship, I worked on cybersecurity-related tasks and projects that helped me understand how security concepts are applied while developing and analyzing applications.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COMPANY PROFILE: THIRANEX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640080" cy="45720"/>
          </a:xfrm>
          <a:prstGeom prst="rect">
            <a:avLst/>
          </a:prstGeom>
          <a:solidFill>
            <a:srgbClr val="2E9C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84048" cy="384048"/>
          </a:xfrm>
          <a:prstGeom prst="ellipse">
            <a:avLst/>
          </a:prstGeom>
          <a:solidFill>
            <a:srgbClr val="2E9C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1673352"/>
            <a:ext cx="102687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Thiranex provides practical and industry-oriented internship opportunities for students.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542032"/>
            <a:ext cx="384048" cy="384048"/>
          </a:xfrm>
          <a:prstGeom prst="ellipse">
            <a:avLst/>
          </a:prstGeom>
          <a:solidFill>
            <a:srgbClr val="2E9C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40080" y="2542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2523744"/>
            <a:ext cx="102687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focuses on project-based learning and technical skill development.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3392424"/>
            <a:ext cx="384048" cy="384048"/>
          </a:xfrm>
          <a:prstGeom prst="ellipse">
            <a:avLst/>
          </a:prstGeom>
          <a:solidFill>
            <a:srgbClr val="2E9C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640080" y="3392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3374136"/>
            <a:ext cx="102687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get exposure to different technology domains.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242816"/>
            <a:ext cx="384048" cy="384048"/>
          </a:xfrm>
          <a:prstGeom prst="ellipse">
            <a:avLst/>
          </a:prstGeom>
          <a:solidFill>
            <a:srgbClr val="2E9C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640080" y="4242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4224528"/>
            <a:ext cx="102687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activities help connect academic knowledge with practical applications.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5093208"/>
            <a:ext cx="384048" cy="384048"/>
          </a:xfrm>
          <a:prstGeom prst="ellipse">
            <a:avLst/>
          </a:prstGeom>
          <a:solidFill>
            <a:srgbClr val="2E9C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40080" y="5093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5074920"/>
            <a:ext cx="102687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internship domain was Cybersecurity.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OBJECTIVES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640080" cy="45720"/>
          </a:xfrm>
          <a:prstGeom prst="rect">
            <a:avLst/>
          </a:prstGeom>
          <a:solidFill>
            <a:srgbClr val="2E9C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71516" cy="987552"/>
          </a:xfrm>
          <a:prstGeom prst="rect">
            <a:avLst/>
          </a:prstGeom>
          <a:solidFill>
            <a:srgbClr val="EEF3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804672" y="1856232"/>
            <a:ext cx="329184" cy="329184"/>
          </a:xfrm>
          <a:prstGeom prst="ellipse">
            <a:avLst/>
          </a:prstGeom>
          <a:solidFill>
            <a:srgbClr val="2E9C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04672" y="1856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34440" y="1783080"/>
            <a:ext cx="453999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fundamental cybersecurity concepts.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77356" y="1691640"/>
            <a:ext cx="5271516" cy="987552"/>
          </a:xfrm>
          <a:prstGeom prst="rect">
            <a:avLst/>
          </a:prstGeom>
          <a:solidFill>
            <a:srgbClr val="EEF3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6441948" y="1856232"/>
            <a:ext cx="329184" cy="329184"/>
          </a:xfrm>
          <a:prstGeom prst="ellipse">
            <a:avLst/>
          </a:prstGeom>
          <a:solidFill>
            <a:srgbClr val="2E9C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6441948" y="1856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71716" y="1783080"/>
            <a:ext cx="453999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develop basic cybersecurity tools.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2862072"/>
            <a:ext cx="5271516" cy="987552"/>
          </a:xfrm>
          <a:prstGeom prst="rect">
            <a:avLst/>
          </a:prstGeom>
          <a:solidFill>
            <a:srgbClr val="EEF3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804672" y="3026664"/>
            <a:ext cx="329184" cy="329184"/>
          </a:xfrm>
          <a:prstGeom prst="ellipse">
            <a:avLst/>
          </a:prstGeom>
          <a:solidFill>
            <a:srgbClr val="2E9C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804672" y="30266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34440" y="2953512"/>
            <a:ext cx="453999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applications with security considerations.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77356" y="2862072"/>
            <a:ext cx="5271516" cy="987552"/>
          </a:xfrm>
          <a:prstGeom prst="rect">
            <a:avLst/>
          </a:prstGeom>
          <a:solidFill>
            <a:srgbClr val="EEF3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6441948" y="3026664"/>
            <a:ext cx="329184" cy="329184"/>
          </a:xfrm>
          <a:prstGeom prst="ellipse">
            <a:avLst/>
          </a:prstGeom>
          <a:solidFill>
            <a:srgbClr val="2E9C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441948" y="30266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71716" y="2953512"/>
            <a:ext cx="453999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common threats such as phishing and weak passwords.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4032504"/>
            <a:ext cx="5271516" cy="987552"/>
          </a:xfrm>
          <a:prstGeom prst="rect">
            <a:avLst/>
          </a:prstGeom>
          <a:solidFill>
            <a:srgbClr val="EEF3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804672" y="4197096"/>
            <a:ext cx="329184" cy="329184"/>
          </a:xfrm>
          <a:prstGeom prst="ellipse">
            <a:avLst/>
          </a:prstGeom>
          <a:solidFill>
            <a:srgbClr val="2E9C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804672" y="41970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34440" y="4123944"/>
            <a:ext cx="453999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Python programming and debugging skills.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77356" y="4032504"/>
            <a:ext cx="5271516" cy="987552"/>
          </a:xfrm>
          <a:prstGeom prst="rect">
            <a:avLst/>
          </a:prstGeom>
          <a:solidFill>
            <a:srgbClr val="EEF3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6441948" y="4197096"/>
            <a:ext cx="329184" cy="329184"/>
          </a:xfrm>
          <a:prstGeom prst="ellipse">
            <a:avLst/>
          </a:prstGeom>
          <a:solidFill>
            <a:srgbClr val="2E9C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6441948" y="41970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871716" y="4123944"/>
            <a:ext cx="453999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practical experience in testing and problem-solving.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40080" y="5202936"/>
            <a:ext cx="5271516" cy="987552"/>
          </a:xfrm>
          <a:prstGeom prst="rect">
            <a:avLst/>
          </a:prstGeom>
          <a:solidFill>
            <a:srgbClr val="EEF3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804672" y="5367528"/>
            <a:ext cx="329184" cy="329184"/>
          </a:xfrm>
          <a:prstGeom prst="ellipse">
            <a:avLst/>
          </a:prstGeom>
          <a:solidFill>
            <a:srgbClr val="2E9C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804672" y="5367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234440" y="5294376"/>
            <a:ext cx="453999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professional project documentation using GitHub.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CYBERSECURITY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640080" cy="45720"/>
          </a:xfrm>
          <a:prstGeom prst="rect">
            <a:avLst/>
          </a:prstGeom>
          <a:solidFill>
            <a:srgbClr val="2E9C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is the practice of protecting computers, networks, applications, and data from unauthorized access, attacks, damage, or theft.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8803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SECURITY GOALS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3291840"/>
            <a:ext cx="146304" cy="146304"/>
          </a:xfrm>
          <a:prstGeom prst="ellipse">
            <a:avLst/>
          </a:prstGeom>
          <a:solidFill>
            <a:srgbClr val="2E9C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960120" y="3154680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Confidentiality — </a:t>
            </a: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information from unauthorized access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3913632"/>
            <a:ext cx="146304" cy="146304"/>
          </a:xfrm>
          <a:prstGeom prst="ellipse">
            <a:avLst/>
          </a:prstGeom>
          <a:solidFill>
            <a:srgbClr val="2E9C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960120" y="3776472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— </a:t>
            </a: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unauthorized modification of data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4535424"/>
            <a:ext cx="146304" cy="146304"/>
          </a:xfrm>
          <a:prstGeom prst="ellipse">
            <a:avLst/>
          </a:prstGeom>
          <a:solidFill>
            <a:srgbClr val="2E9C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960120" y="4398264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— </a:t>
            </a: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systems and data remain accessible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001000" y="1691640"/>
            <a:ext cx="2103120" cy="640080"/>
          </a:xfrm>
          <a:prstGeom prst="roundRect">
            <a:avLst>
              <a:gd name="adj" fmla="val 14286"/>
            </a:avLst>
          </a:prstGeom>
          <a:solidFill>
            <a:srgbClr val="1E3A5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8001000" y="16916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052560" y="2331720"/>
            <a:ext cx="0" cy="228600"/>
          </a:xfrm>
          <a:prstGeom prst="line">
            <a:avLst/>
          </a:prstGeom>
          <a:noFill/>
          <a:ln w="19050">
            <a:solidFill>
              <a:srgbClr val="2E9C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7406640" y="2560320"/>
            <a:ext cx="3291840" cy="0"/>
          </a:xfrm>
          <a:prstGeom prst="line">
            <a:avLst/>
          </a:prstGeom>
          <a:noFill/>
          <a:ln w="19050">
            <a:solidFill>
              <a:srgbClr val="2E9C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7406640" y="2560320"/>
            <a:ext cx="0" cy="320040"/>
          </a:xfrm>
          <a:prstGeom prst="line">
            <a:avLst/>
          </a:prstGeom>
          <a:noFill/>
          <a:ln w="19050">
            <a:solidFill>
              <a:srgbClr val="2E9C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6720840" y="2880360"/>
            <a:ext cx="1371600" cy="594360"/>
          </a:xfrm>
          <a:prstGeom prst="roundRect">
            <a:avLst>
              <a:gd name="adj" fmla="val 12308"/>
            </a:avLst>
          </a:prstGeom>
          <a:solidFill>
            <a:srgbClr val="EEF3F7"/>
          </a:solidFill>
          <a:ln w="12700">
            <a:solidFill>
              <a:srgbClr val="2E9C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720840" y="288036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Confidentiality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052560" y="2560320"/>
            <a:ext cx="0" cy="320040"/>
          </a:xfrm>
          <a:prstGeom prst="line">
            <a:avLst/>
          </a:prstGeom>
          <a:noFill/>
          <a:ln w="19050">
            <a:solidFill>
              <a:srgbClr val="2E9C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8366760" y="2880360"/>
            <a:ext cx="1371600" cy="594360"/>
          </a:xfrm>
          <a:prstGeom prst="roundRect">
            <a:avLst>
              <a:gd name="adj" fmla="val 12308"/>
            </a:avLst>
          </a:prstGeom>
          <a:solidFill>
            <a:srgbClr val="EEF3F7"/>
          </a:solidFill>
          <a:ln w="12700">
            <a:solidFill>
              <a:srgbClr val="2E9C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8366760" y="288036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0698480" y="2560320"/>
            <a:ext cx="0" cy="320040"/>
          </a:xfrm>
          <a:prstGeom prst="line">
            <a:avLst/>
          </a:prstGeom>
          <a:noFill/>
          <a:ln w="19050">
            <a:solidFill>
              <a:srgbClr val="2E9C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10012680" y="2880360"/>
            <a:ext cx="1371600" cy="594360"/>
          </a:xfrm>
          <a:prstGeom prst="roundRect">
            <a:avLst>
              <a:gd name="adj" fmla="val 12308"/>
            </a:avLst>
          </a:prstGeom>
          <a:solidFill>
            <a:srgbClr val="EEF3F7"/>
          </a:solidFill>
          <a:ln w="12700">
            <a:solidFill>
              <a:srgbClr val="2E9C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10012680" y="288036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052560" y="3474720"/>
            <a:ext cx="0" cy="274320"/>
          </a:xfrm>
          <a:prstGeom prst="line">
            <a:avLst/>
          </a:prstGeom>
          <a:noFill/>
          <a:ln w="19050">
            <a:solidFill>
              <a:srgbClr val="2E9C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8001000" y="3749040"/>
            <a:ext cx="2103120" cy="594360"/>
          </a:xfrm>
          <a:prstGeom prst="roundRect">
            <a:avLst>
              <a:gd name="adj" fmla="val 15385"/>
            </a:avLst>
          </a:prstGeom>
          <a:solidFill>
            <a:srgbClr val="2E9C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8001000" y="374904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SYSTEM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CYBERSECURITY TOOLS &amp; SECURE APPLICATIONS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640080" cy="45720"/>
          </a:xfrm>
          <a:prstGeom prst="rect">
            <a:avLst/>
          </a:prstGeom>
          <a:solidFill>
            <a:srgbClr val="2E9C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12080" cy="3931920"/>
          </a:xfrm>
          <a:prstGeom prst="rect">
            <a:avLst/>
          </a:prstGeom>
          <a:solidFill>
            <a:srgbClr val="EEF3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60120" y="1965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TOOLS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60120" y="242316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help identify, analyze, test, and protect systems. Examples include network analysis, vulnerability assessment, and security monitoring tools.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26480" y="1737360"/>
            <a:ext cx="5422392" cy="39319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446520" y="1965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SECURE APPLICATION SHOULD: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46520" y="2560320"/>
            <a:ext cx="128016" cy="128016"/>
          </a:xfrm>
          <a:prstGeom prst="ellipse">
            <a:avLst/>
          </a:prstGeom>
          <a:solidFill>
            <a:srgbClr val="2E9C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6720840" y="24414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user input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46520" y="3063240"/>
            <a:ext cx="128016" cy="128016"/>
          </a:xfrm>
          <a:prstGeom prst="ellipse">
            <a:avLst/>
          </a:prstGeom>
          <a:solidFill>
            <a:srgbClr val="2E9C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6720840" y="29443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sensitive information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46520" y="3566160"/>
            <a:ext cx="128016" cy="128016"/>
          </a:xfrm>
          <a:prstGeom prst="ellipse">
            <a:avLst/>
          </a:prstGeom>
          <a:solidFill>
            <a:srgbClr val="2E9C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6720840" y="34472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strong authentication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46520" y="4069080"/>
            <a:ext cx="128016" cy="128016"/>
          </a:xfrm>
          <a:prstGeom prst="ellipse">
            <a:avLst/>
          </a:prstGeom>
          <a:solidFill>
            <a:srgbClr val="2E9C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6720840" y="39502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errors safely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46520" y="4572000"/>
            <a:ext cx="128016" cy="128016"/>
          </a:xfrm>
          <a:prstGeom prst="ellipse">
            <a:avLst/>
          </a:prstGeom>
          <a:solidFill>
            <a:srgbClr val="2E9C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720840" y="44531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tested for security weaknesses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2E9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08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PHISHING EMAIL DETECTION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identify whether an email is Phishing or Safe based on its content and characteristics.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42316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2834640"/>
            <a:ext cx="128016" cy="128016"/>
          </a:xfrm>
          <a:prstGeom prst="ellipse">
            <a:avLst/>
          </a:prstGeom>
          <a:solidFill>
            <a:srgbClr val="2E9C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914400" y="271576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phishing indicators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3337560"/>
            <a:ext cx="128016" cy="128016"/>
          </a:xfrm>
          <a:prstGeom prst="ellipse">
            <a:avLst/>
          </a:prstGeom>
          <a:solidFill>
            <a:srgbClr val="2E9C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914400" y="321868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preprocessing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840480"/>
            <a:ext cx="128016" cy="128016"/>
          </a:xfrm>
          <a:prstGeom prst="ellipse">
            <a:avLst/>
          </a:prstGeom>
          <a:solidFill>
            <a:srgbClr val="2E9C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914400" y="372160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machine-learning workflow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4343400"/>
            <a:ext cx="128016" cy="128016"/>
          </a:xfrm>
          <a:prstGeom prst="ellipse">
            <a:avLst/>
          </a:prstGeom>
          <a:solidFill>
            <a:srgbClr val="2E9C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914400" y="422452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and result analysis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503920" y="1417320"/>
            <a:ext cx="2834640" cy="502920"/>
          </a:xfrm>
          <a:prstGeom prst="roundRect">
            <a:avLst>
              <a:gd name="adj" fmla="val 14545"/>
            </a:avLst>
          </a:prstGeom>
          <a:solidFill>
            <a:srgbClr val="1E3A5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8503920" y="1417320"/>
            <a:ext cx="28346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INPUT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820656" y="1947672"/>
            <a:ext cx="201168" cy="201168"/>
          </a:xfrm>
          <a:prstGeom prst="downArrow">
            <a:avLst/>
          </a:prstGeom>
          <a:solidFill>
            <a:srgbClr val="2E9C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8503920" y="2176272"/>
            <a:ext cx="2834640" cy="502920"/>
          </a:xfrm>
          <a:prstGeom prst="roundRect">
            <a:avLst>
              <a:gd name="adj" fmla="val 14545"/>
            </a:avLst>
          </a:prstGeom>
          <a:solidFill>
            <a:srgbClr val="EEF3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8503920" y="2176272"/>
            <a:ext cx="28346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Preprocessing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820656" y="2706624"/>
            <a:ext cx="201168" cy="201168"/>
          </a:xfrm>
          <a:prstGeom prst="downArrow">
            <a:avLst/>
          </a:prstGeom>
          <a:solidFill>
            <a:srgbClr val="2E9C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8503920" y="2935224"/>
            <a:ext cx="2834640" cy="502920"/>
          </a:xfrm>
          <a:prstGeom prst="roundRect">
            <a:avLst>
              <a:gd name="adj" fmla="val 14545"/>
            </a:avLst>
          </a:prstGeom>
          <a:solidFill>
            <a:srgbClr val="EEF3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8503920" y="2935224"/>
            <a:ext cx="28346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820656" y="3465576"/>
            <a:ext cx="201168" cy="201168"/>
          </a:xfrm>
          <a:prstGeom prst="downArrow">
            <a:avLst/>
          </a:prstGeom>
          <a:solidFill>
            <a:srgbClr val="2E9C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8503920" y="3694176"/>
            <a:ext cx="2834640" cy="502920"/>
          </a:xfrm>
          <a:prstGeom prst="roundRect">
            <a:avLst>
              <a:gd name="adj" fmla="val 14545"/>
            </a:avLst>
          </a:prstGeom>
          <a:solidFill>
            <a:srgbClr val="EEF3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8503920" y="3694176"/>
            <a:ext cx="28346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Classification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503920" y="4471416"/>
            <a:ext cx="1325880" cy="502920"/>
          </a:xfrm>
          <a:prstGeom prst="roundRect">
            <a:avLst>
              <a:gd name="adj" fmla="val 14545"/>
            </a:avLst>
          </a:prstGeom>
          <a:solidFill>
            <a:srgbClr val="B33A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8503920" y="4471416"/>
            <a:ext cx="13258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10012680" y="4471416"/>
            <a:ext cx="1325880" cy="502920"/>
          </a:xfrm>
          <a:prstGeom prst="roundRect">
            <a:avLst>
              <a:gd name="adj" fmla="val 14545"/>
            </a:avLst>
          </a:prstGeom>
          <a:solidFill>
            <a:srgbClr val="2E9C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10012680" y="4471416"/>
            <a:ext cx="13258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2E9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08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PASSWORD STRENGTH ANALYZER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evaluate the strength of a password using common security criteria.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PERFORMED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2743200"/>
            <a:ext cx="128016" cy="128016"/>
          </a:xfrm>
          <a:prstGeom prst="ellipse">
            <a:avLst/>
          </a:prstGeom>
          <a:solidFill>
            <a:srgbClr val="2E9C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914400" y="262432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length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931920" y="2743200"/>
            <a:ext cx="128016" cy="128016"/>
          </a:xfrm>
          <a:prstGeom prst="ellipse">
            <a:avLst/>
          </a:prstGeom>
          <a:solidFill>
            <a:srgbClr val="2E9C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4206240" y="262432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Uppercase letters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246120"/>
            <a:ext cx="128016" cy="128016"/>
          </a:xfrm>
          <a:prstGeom prst="ellipse">
            <a:avLst/>
          </a:prstGeom>
          <a:solidFill>
            <a:srgbClr val="2E9C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914400" y="312724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Lowercase letters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3931920" y="3246120"/>
            <a:ext cx="128016" cy="128016"/>
          </a:xfrm>
          <a:prstGeom prst="ellipse">
            <a:avLst/>
          </a:prstGeom>
          <a:solidFill>
            <a:srgbClr val="2E9C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4206240" y="312724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3749040"/>
            <a:ext cx="128016" cy="128016"/>
          </a:xfrm>
          <a:prstGeom prst="ellipse">
            <a:avLst/>
          </a:prstGeom>
          <a:solidFill>
            <a:srgbClr val="2E9C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914400" y="363016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characters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503920" y="1417320"/>
            <a:ext cx="2834640" cy="502920"/>
          </a:xfrm>
          <a:prstGeom prst="roundRect">
            <a:avLst>
              <a:gd name="adj" fmla="val 14545"/>
            </a:avLst>
          </a:prstGeom>
          <a:solidFill>
            <a:srgbClr val="1E3A5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8503920" y="1417320"/>
            <a:ext cx="28346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ENTERS PASSWORD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820656" y="1947672"/>
            <a:ext cx="201168" cy="201168"/>
          </a:xfrm>
          <a:prstGeom prst="downArrow">
            <a:avLst/>
          </a:prstGeom>
          <a:solidFill>
            <a:srgbClr val="2E9C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8503920" y="2176272"/>
            <a:ext cx="2834640" cy="502920"/>
          </a:xfrm>
          <a:prstGeom prst="roundRect">
            <a:avLst>
              <a:gd name="adj" fmla="val 14545"/>
            </a:avLst>
          </a:prstGeom>
          <a:solidFill>
            <a:srgbClr val="EEF3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8503920" y="2176272"/>
            <a:ext cx="28346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ANALYSIS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820656" y="2706624"/>
            <a:ext cx="201168" cy="201168"/>
          </a:xfrm>
          <a:prstGeom prst="downArrow">
            <a:avLst/>
          </a:prstGeom>
          <a:solidFill>
            <a:srgbClr val="2E9C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8503920" y="2935224"/>
            <a:ext cx="2834640" cy="502920"/>
          </a:xfrm>
          <a:prstGeom prst="roundRect">
            <a:avLst>
              <a:gd name="adj" fmla="val 14545"/>
            </a:avLst>
          </a:prstGeom>
          <a:solidFill>
            <a:srgbClr val="EEF3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8503920" y="2935224"/>
            <a:ext cx="28346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 EVALUATION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820656" y="3465576"/>
            <a:ext cx="201168" cy="201168"/>
          </a:xfrm>
          <a:prstGeom prst="downArrow">
            <a:avLst/>
          </a:prstGeom>
          <a:solidFill>
            <a:srgbClr val="2E9C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8503920" y="3694176"/>
            <a:ext cx="868680" cy="502920"/>
          </a:xfrm>
          <a:prstGeom prst="roundRect">
            <a:avLst>
              <a:gd name="adj" fmla="val 14545"/>
            </a:avLst>
          </a:prstGeom>
          <a:solidFill>
            <a:srgbClr val="B33A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8503920" y="3694176"/>
            <a:ext cx="8686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9486900" y="3694176"/>
            <a:ext cx="868680" cy="502920"/>
          </a:xfrm>
          <a:prstGeom prst="roundRect">
            <a:avLst>
              <a:gd name="adj" fmla="val 14545"/>
            </a:avLst>
          </a:prstGeom>
          <a:solidFill>
            <a:srgbClr val="C08A2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9486900" y="3694176"/>
            <a:ext cx="8686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10469880" y="3694176"/>
            <a:ext cx="868680" cy="502920"/>
          </a:xfrm>
          <a:prstGeom prst="roundRect">
            <a:avLst>
              <a:gd name="adj" fmla="val 14545"/>
            </a:avLst>
          </a:prstGeom>
          <a:solidFill>
            <a:srgbClr val="2E9C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10469880" y="3694176"/>
            <a:ext cx="8686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2E9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08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LOGIN SYSTEM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develop a secure login system that allows authorized users to access an application while protecting their login credentials.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2926080"/>
            <a:ext cx="128016" cy="128016"/>
          </a:xfrm>
          <a:prstGeom prst="ellipse">
            <a:avLst/>
          </a:prstGeom>
          <a:solidFill>
            <a:srgbClr val="2E9C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914400" y="280720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registration and login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383280"/>
            <a:ext cx="128016" cy="128016"/>
          </a:xfrm>
          <a:prstGeom prst="ellipse">
            <a:avLst/>
          </a:prstGeom>
          <a:solidFill>
            <a:srgbClr val="2E9C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914400" y="326440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Username/password authentication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840480"/>
            <a:ext cx="128016" cy="128016"/>
          </a:xfrm>
          <a:prstGeom prst="ellipse">
            <a:avLst/>
          </a:prstGeom>
          <a:solidFill>
            <a:srgbClr val="2E9C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914400" y="372160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validation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297680"/>
            <a:ext cx="128016" cy="128016"/>
          </a:xfrm>
          <a:prstGeom prst="ellipse">
            <a:avLst/>
          </a:prstGeom>
          <a:solidFill>
            <a:srgbClr val="2E9C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914400" y="417880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handling of user credentials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754880"/>
            <a:ext cx="128016" cy="128016"/>
          </a:xfrm>
          <a:prstGeom prst="ellipse">
            <a:avLst/>
          </a:prstGeom>
          <a:solidFill>
            <a:srgbClr val="2E9C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914400" y="463600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 for authorized users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212080"/>
            <a:ext cx="128016" cy="128016"/>
          </a:xfrm>
          <a:prstGeom prst="ellipse">
            <a:avLst/>
          </a:prstGeom>
          <a:solidFill>
            <a:srgbClr val="2E9C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914400" y="509320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error handling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503920" y="1417320"/>
            <a:ext cx="2834640" cy="457200"/>
          </a:xfrm>
          <a:prstGeom prst="roundRect">
            <a:avLst>
              <a:gd name="adj" fmla="val 16000"/>
            </a:avLst>
          </a:prstGeom>
          <a:solidFill>
            <a:srgbClr val="1E3A5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8503920" y="1417320"/>
            <a:ext cx="28346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Username &amp; Password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820656" y="1901952"/>
            <a:ext cx="201168" cy="201168"/>
          </a:xfrm>
          <a:prstGeom prst="downArrow">
            <a:avLst/>
          </a:prstGeom>
          <a:solidFill>
            <a:srgbClr val="2E9C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8503920" y="2130552"/>
            <a:ext cx="2834640" cy="457200"/>
          </a:xfrm>
          <a:prstGeom prst="roundRect">
            <a:avLst>
              <a:gd name="adj" fmla="val 16000"/>
            </a:avLst>
          </a:prstGeom>
          <a:solidFill>
            <a:srgbClr val="EEF3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8503920" y="2130552"/>
            <a:ext cx="28346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Credentials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820656" y="2615184"/>
            <a:ext cx="201168" cy="201168"/>
          </a:xfrm>
          <a:prstGeom prst="downArrow">
            <a:avLst/>
          </a:prstGeom>
          <a:solidFill>
            <a:srgbClr val="2E9C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8503920" y="2843784"/>
            <a:ext cx="2834640" cy="502920"/>
          </a:xfrm>
          <a:prstGeom prst="roundRect">
            <a:avLst>
              <a:gd name="adj" fmla="val 14545"/>
            </a:avLst>
          </a:prstGeom>
          <a:solidFill>
            <a:srgbClr val="DCE6E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8503920" y="2843784"/>
            <a:ext cx="28346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Correct?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503920" y="3621024"/>
            <a:ext cx="1325880" cy="548640"/>
          </a:xfrm>
          <a:prstGeom prst="roundRect">
            <a:avLst>
              <a:gd name="adj" fmla="val 13333"/>
            </a:avLst>
          </a:prstGeom>
          <a:solidFill>
            <a:srgbClr val="2E9C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8503920" y="3621024"/>
            <a:ext cx="132588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→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Successful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10012680" y="3621024"/>
            <a:ext cx="1325880" cy="548640"/>
          </a:xfrm>
          <a:prstGeom prst="roundRect">
            <a:avLst>
              <a:gd name="adj" fmla="val 13333"/>
            </a:avLst>
          </a:prstGeom>
          <a:solidFill>
            <a:srgbClr val="B33A3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10012680" y="3621024"/>
            <a:ext cx="132588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→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Denied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2E9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08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VULNERABILITY SCANNER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develop a basic vulnerability scanner that helps identify potential security weaknesses in a target system or application.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56032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2971800"/>
            <a:ext cx="128016" cy="128016"/>
          </a:xfrm>
          <a:prstGeom prst="ellipse">
            <a:avLst/>
          </a:prstGeom>
          <a:solidFill>
            <a:srgbClr val="2E9C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914400" y="285292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a target for scanning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3474720"/>
            <a:ext cx="128016" cy="128016"/>
          </a:xfrm>
          <a:prstGeom prst="ellipse">
            <a:avLst/>
          </a:prstGeom>
          <a:solidFill>
            <a:srgbClr val="2E9C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914400" y="335584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Performs basic security checks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977640"/>
            <a:ext cx="128016" cy="128016"/>
          </a:xfrm>
          <a:prstGeom prst="ellipse">
            <a:avLst/>
          </a:prstGeom>
          <a:solidFill>
            <a:srgbClr val="2E9C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914400" y="385876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potential vulnerabilities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4480560"/>
            <a:ext cx="128016" cy="128016"/>
          </a:xfrm>
          <a:prstGeom prst="ellipse">
            <a:avLst/>
          </a:prstGeom>
          <a:solidFill>
            <a:srgbClr val="2E9C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914400" y="436168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scan results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4983480"/>
            <a:ext cx="128016" cy="128016"/>
          </a:xfrm>
          <a:prstGeom prst="ellipse">
            <a:avLst/>
          </a:prstGeom>
          <a:solidFill>
            <a:srgbClr val="2E9C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914400" y="486460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understand common security weaknesses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503920" y="1325880"/>
            <a:ext cx="2834640" cy="429768"/>
          </a:xfrm>
          <a:prstGeom prst="roundRect">
            <a:avLst>
              <a:gd name="adj" fmla="val 17021"/>
            </a:avLst>
          </a:prstGeom>
          <a:solidFill>
            <a:srgbClr val="1E3A5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8503920" y="1325880"/>
            <a:ext cx="2834640" cy="4297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Input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838944" y="1773936"/>
            <a:ext cx="201168" cy="201168"/>
          </a:xfrm>
          <a:prstGeom prst="downArrow">
            <a:avLst/>
          </a:prstGeom>
          <a:solidFill>
            <a:srgbClr val="2E9C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8503920" y="1975104"/>
            <a:ext cx="2834640" cy="429768"/>
          </a:xfrm>
          <a:prstGeom prst="roundRect">
            <a:avLst>
              <a:gd name="adj" fmla="val 17021"/>
            </a:avLst>
          </a:prstGeom>
          <a:solidFill>
            <a:srgbClr val="EEF3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8503920" y="1975104"/>
            <a:ext cx="2834640" cy="4297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Target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838944" y="2423160"/>
            <a:ext cx="201168" cy="201168"/>
          </a:xfrm>
          <a:prstGeom prst="downArrow">
            <a:avLst/>
          </a:prstGeom>
          <a:solidFill>
            <a:srgbClr val="2E9C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8503920" y="2624328"/>
            <a:ext cx="2834640" cy="429768"/>
          </a:xfrm>
          <a:prstGeom prst="roundRect">
            <a:avLst>
              <a:gd name="adj" fmla="val 17021"/>
            </a:avLst>
          </a:prstGeom>
          <a:solidFill>
            <a:srgbClr val="EEF3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8503920" y="2624328"/>
            <a:ext cx="2834640" cy="4297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Checks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838944" y="3072384"/>
            <a:ext cx="201168" cy="201168"/>
          </a:xfrm>
          <a:prstGeom prst="downArrow">
            <a:avLst/>
          </a:prstGeom>
          <a:solidFill>
            <a:srgbClr val="2E9C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8503920" y="3273552"/>
            <a:ext cx="2834640" cy="429768"/>
          </a:xfrm>
          <a:prstGeom prst="roundRect">
            <a:avLst>
              <a:gd name="adj" fmla="val 17021"/>
            </a:avLst>
          </a:prstGeom>
          <a:solidFill>
            <a:srgbClr val="EEF3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8503920" y="3273552"/>
            <a:ext cx="2834640" cy="4297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Results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9838944" y="3721608"/>
            <a:ext cx="201168" cy="201168"/>
          </a:xfrm>
          <a:prstGeom prst="downArrow">
            <a:avLst/>
          </a:prstGeom>
          <a:solidFill>
            <a:srgbClr val="2E9C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8503920" y="3922776"/>
            <a:ext cx="2834640" cy="429768"/>
          </a:xfrm>
          <a:prstGeom prst="roundRect">
            <a:avLst>
              <a:gd name="adj" fmla="val 17021"/>
            </a:avLst>
          </a:prstGeom>
          <a:solidFill>
            <a:srgbClr val="EEF3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8503920" y="3922776"/>
            <a:ext cx="2834640" cy="4297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Vulnerabilities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9838944" y="4370832"/>
            <a:ext cx="201168" cy="201168"/>
          </a:xfrm>
          <a:prstGeom prst="downArrow">
            <a:avLst/>
          </a:prstGeom>
          <a:solidFill>
            <a:srgbClr val="2E9C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8503920" y="4572000"/>
            <a:ext cx="2834640" cy="429768"/>
          </a:xfrm>
          <a:prstGeom prst="roundRect">
            <a:avLst>
              <a:gd name="adj" fmla="val 17021"/>
            </a:avLst>
          </a:prstGeom>
          <a:solidFill>
            <a:srgbClr val="2E9C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8503920" y="4572000"/>
            <a:ext cx="2834640" cy="4297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Report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GITHUB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640080" cy="45720"/>
          </a:xfrm>
          <a:prstGeom prst="rect">
            <a:avLst/>
          </a:prstGeom>
          <a:solidFill>
            <a:srgbClr val="2E9C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6035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Thiranex internship provided practical exposure to cybersecurity, security-tool development, and secure application concepts. The projects helped improve my programming, analytical, debugging, and problem-solving skills.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040880" y="1645920"/>
            <a:ext cx="4507992" cy="338328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360920" y="18745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2E9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60920" y="24231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60920" y="267919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yash25scs1003001109-max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60920" y="32004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60920" y="345643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2025-2029_yash_1109_3rdSem_CSE20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60920" y="41605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</a:t>
            </a:r>
            <a:endParaRPr lang="en-US" sz="1100" dirty="0"/>
          </a:p>
        </p:txBody>
      </p:sp>
      <p:sp>
        <p:nvSpPr>
          <p:cNvPr id="13" name="Text 11">
            <a:hlinkClick r:id="rId3"/>
          </p:cNvPr>
          <p:cNvSpPr/>
          <p:nvPr/>
        </p:nvSpPr>
        <p:spPr>
          <a:xfrm>
            <a:off x="7360920" y="441655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u="sng" dirty="0">
                <a:solidFill>
                  <a:srgbClr val="2E9CA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https://github.com/yash25scs1003001109-max/2025-2029_yash_1109_3rdSem_CSE20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244B7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-2103120" y="4572000"/>
            <a:ext cx="4114800" cy="4114800"/>
          </a:xfrm>
          <a:prstGeom prst="ellipse">
            <a:avLst/>
          </a:prstGeom>
          <a:solidFill>
            <a:srgbClr val="244B7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914400" y="265176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914400" y="3794760"/>
            <a:ext cx="822960" cy="54864"/>
          </a:xfrm>
          <a:prstGeom prst="rect">
            <a:avLst/>
          </a:prstGeom>
          <a:solidFill>
            <a:srgbClr val="2E9C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914400" y="39776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Yash Kumar Sharma  |  25scs1003001109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625</Words>
  <Application>Microsoft Office PowerPoint</Application>
  <PresentationFormat>Widescreen</PresentationFormat>
  <Paragraphs>158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Yash Kumar</cp:lastModifiedBy>
  <cp:revision>2</cp:revision>
  <dcterms:created xsi:type="dcterms:W3CDTF">2026-08-29T09:17:50Z</dcterms:created>
  <dcterms:modified xsi:type="dcterms:W3CDTF">2026-08-29T12:53:14Z</dcterms:modified>
</cp:coreProperties>
</file>